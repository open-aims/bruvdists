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5400675" cy="540067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107" autoAdjust="0"/>
    <p:restoredTop sz="94660"/>
  </p:normalViewPr>
  <p:slideViewPr>
    <p:cSldViewPr snapToGrid="0">
      <p:cViewPr varScale="1">
        <p:scale>
          <a:sx n="132" d="100"/>
          <a:sy n="132" d="100"/>
        </p:scale>
        <p:origin x="265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05051" y="883861"/>
            <a:ext cx="4590574" cy="1880235"/>
          </a:xfrm>
        </p:spPr>
        <p:txBody>
          <a:bodyPr anchor="b"/>
          <a:lstStyle>
            <a:lvl1pPr algn="ctr">
              <a:defRPr sz="354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75085" y="2836605"/>
            <a:ext cx="4050506" cy="1303913"/>
          </a:xfrm>
        </p:spPr>
        <p:txBody>
          <a:bodyPr/>
          <a:lstStyle>
            <a:lvl1pPr marL="0" indent="0" algn="ctr">
              <a:buNone/>
              <a:defRPr sz="1417"/>
            </a:lvl1pPr>
            <a:lvl2pPr marL="270022" indent="0" algn="ctr">
              <a:buNone/>
              <a:defRPr sz="1181"/>
            </a:lvl2pPr>
            <a:lvl3pPr marL="540045" indent="0" algn="ctr">
              <a:buNone/>
              <a:defRPr sz="1063"/>
            </a:lvl3pPr>
            <a:lvl4pPr marL="810067" indent="0" algn="ctr">
              <a:buNone/>
              <a:defRPr sz="945"/>
            </a:lvl4pPr>
            <a:lvl5pPr marL="1080089" indent="0" algn="ctr">
              <a:buNone/>
              <a:defRPr sz="945"/>
            </a:lvl5pPr>
            <a:lvl6pPr marL="1350112" indent="0" algn="ctr">
              <a:buNone/>
              <a:defRPr sz="945"/>
            </a:lvl6pPr>
            <a:lvl7pPr marL="1620134" indent="0" algn="ctr">
              <a:buNone/>
              <a:defRPr sz="945"/>
            </a:lvl7pPr>
            <a:lvl8pPr marL="1890156" indent="0" algn="ctr">
              <a:buNone/>
              <a:defRPr sz="945"/>
            </a:lvl8pPr>
            <a:lvl9pPr marL="2160179" indent="0" algn="ctr">
              <a:buNone/>
              <a:defRPr sz="945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1DB01E-31D9-41B7-9F54-C607EB4D4382}" type="datetimeFigureOut">
              <a:rPr lang="en-AU" smtClean="0"/>
              <a:t>29/05/2025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0CE2A0-3AED-47E7-9957-AEBCDC32326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157856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1DB01E-31D9-41B7-9F54-C607EB4D4382}" type="datetimeFigureOut">
              <a:rPr lang="en-AU" smtClean="0"/>
              <a:t>29/05/2025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0CE2A0-3AED-47E7-9957-AEBCDC32326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241247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8484" y="1346420"/>
            <a:ext cx="4658082" cy="2246530"/>
          </a:xfrm>
        </p:spPr>
        <p:txBody>
          <a:bodyPr anchor="b"/>
          <a:lstStyle>
            <a:lvl1pPr>
              <a:defRPr sz="354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68484" y="3614203"/>
            <a:ext cx="4658082" cy="1181397"/>
          </a:xfrm>
        </p:spPr>
        <p:txBody>
          <a:bodyPr/>
          <a:lstStyle>
            <a:lvl1pPr marL="0" indent="0">
              <a:buNone/>
              <a:defRPr sz="1417">
                <a:solidFill>
                  <a:schemeClr val="tx1">
                    <a:tint val="82000"/>
                  </a:schemeClr>
                </a:solidFill>
              </a:defRPr>
            </a:lvl1pPr>
            <a:lvl2pPr marL="270022" indent="0">
              <a:buNone/>
              <a:defRPr sz="1181">
                <a:solidFill>
                  <a:schemeClr val="tx1">
                    <a:tint val="82000"/>
                  </a:schemeClr>
                </a:solidFill>
              </a:defRPr>
            </a:lvl2pPr>
            <a:lvl3pPr marL="540045" indent="0">
              <a:buNone/>
              <a:defRPr sz="1063">
                <a:solidFill>
                  <a:schemeClr val="tx1">
                    <a:tint val="82000"/>
                  </a:schemeClr>
                </a:solidFill>
              </a:defRPr>
            </a:lvl3pPr>
            <a:lvl4pPr marL="810067" indent="0">
              <a:buNone/>
              <a:defRPr sz="945">
                <a:solidFill>
                  <a:schemeClr val="tx1">
                    <a:tint val="82000"/>
                  </a:schemeClr>
                </a:solidFill>
              </a:defRPr>
            </a:lvl4pPr>
            <a:lvl5pPr marL="1080089" indent="0">
              <a:buNone/>
              <a:defRPr sz="945">
                <a:solidFill>
                  <a:schemeClr val="tx1">
                    <a:tint val="82000"/>
                  </a:schemeClr>
                </a:solidFill>
              </a:defRPr>
            </a:lvl5pPr>
            <a:lvl6pPr marL="1350112" indent="0">
              <a:buNone/>
              <a:defRPr sz="945">
                <a:solidFill>
                  <a:schemeClr val="tx1">
                    <a:tint val="82000"/>
                  </a:schemeClr>
                </a:solidFill>
              </a:defRPr>
            </a:lvl6pPr>
            <a:lvl7pPr marL="1620134" indent="0">
              <a:buNone/>
              <a:defRPr sz="945">
                <a:solidFill>
                  <a:schemeClr val="tx1">
                    <a:tint val="82000"/>
                  </a:schemeClr>
                </a:solidFill>
              </a:defRPr>
            </a:lvl7pPr>
            <a:lvl8pPr marL="1890156" indent="0">
              <a:buNone/>
              <a:defRPr sz="945">
                <a:solidFill>
                  <a:schemeClr val="tx1">
                    <a:tint val="82000"/>
                  </a:schemeClr>
                </a:solidFill>
              </a:defRPr>
            </a:lvl8pPr>
            <a:lvl9pPr marL="2160179" indent="0">
              <a:buNone/>
              <a:defRPr sz="945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1DB01E-31D9-41B7-9F54-C607EB4D4382}" type="datetimeFigureOut">
              <a:rPr lang="en-AU" smtClean="0"/>
              <a:t>29/05/2025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0CE2A0-3AED-47E7-9957-AEBCDC32326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136815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71296" y="1437680"/>
            <a:ext cx="2295287" cy="34266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734092" y="1437680"/>
            <a:ext cx="2295287" cy="34266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1DB01E-31D9-41B7-9F54-C607EB4D4382}" type="datetimeFigureOut">
              <a:rPr lang="en-AU" smtClean="0"/>
              <a:t>29/05/2025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0CE2A0-3AED-47E7-9957-AEBCDC32326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721347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2000" y="287537"/>
            <a:ext cx="4658082" cy="104388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72001" y="1323916"/>
            <a:ext cx="2284738" cy="648831"/>
          </a:xfrm>
        </p:spPr>
        <p:txBody>
          <a:bodyPr anchor="b"/>
          <a:lstStyle>
            <a:lvl1pPr marL="0" indent="0">
              <a:buNone/>
              <a:defRPr sz="1417" b="1"/>
            </a:lvl1pPr>
            <a:lvl2pPr marL="270022" indent="0">
              <a:buNone/>
              <a:defRPr sz="1181" b="1"/>
            </a:lvl2pPr>
            <a:lvl3pPr marL="540045" indent="0">
              <a:buNone/>
              <a:defRPr sz="1063" b="1"/>
            </a:lvl3pPr>
            <a:lvl4pPr marL="810067" indent="0">
              <a:buNone/>
              <a:defRPr sz="945" b="1"/>
            </a:lvl4pPr>
            <a:lvl5pPr marL="1080089" indent="0">
              <a:buNone/>
              <a:defRPr sz="945" b="1"/>
            </a:lvl5pPr>
            <a:lvl6pPr marL="1350112" indent="0">
              <a:buNone/>
              <a:defRPr sz="945" b="1"/>
            </a:lvl6pPr>
            <a:lvl7pPr marL="1620134" indent="0">
              <a:buNone/>
              <a:defRPr sz="945" b="1"/>
            </a:lvl7pPr>
            <a:lvl8pPr marL="1890156" indent="0">
              <a:buNone/>
              <a:defRPr sz="945" b="1"/>
            </a:lvl8pPr>
            <a:lvl9pPr marL="2160179" indent="0">
              <a:buNone/>
              <a:defRPr sz="945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72001" y="1972747"/>
            <a:ext cx="2284738" cy="29016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734092" y="1323916"/>
            <a:ext cx="2295990" cy="648831"/>
          </a:xfrm>
        </p:spPr>
        <p:txBody>
          <a:bodyPr anchor="b"/>
          <a:lstStyle>
            <a:lvl1pPr marL="0" indent="0">
              <a:buNone/>
              <a:defRPr sz="1417" b="1"/>
            </a:lvl1pPr>
            <a:lvl2pPr marL="270022" indent="0">
              <a:buNone/>
              <a:defRPr sz="1181" b="1"/>
            </a:lvl2pPr>
            <a:lvl3pPr marL="540045" indent="0">
              <a:buNone/>
              <a:defRPr sz="1063" b="1"/>
            </a:lvl3pPr>
            <a:lvl4pPr marL="810067" indent="0">
              <a:buNone/>
              <a:defRPr sz="945" b="1"/>
            </a:lvl4pPr>
            <a:lvl5pPr marL="1080089" indent="0">
              <a:buNone/>
              <a:defRPr sz="945" b="1"/>
            </a:lvl5pPr>
            <a:lvl6pPr marL="1350112" indent="0">
              <a:buNone/>
              <a:defRPr sz="945" b="1"/>
            </a:lvl6pPr>
            <a:lvl7pPr marL="1620134" indent="0">
              <a:buNone/>
              <a:defRPr sz="945" b="1"/>
            </a:lvl7pPr>
            <a:lvl8pPr marL="1890156" indent="0">
              <a:buNone/>
              <a:defRPr sz="945" b="1"/>
            </a:lvl8pPr>
            <a:lvl9pPr marL="2160179" indent="0">
              <a:buNone/>
              <a:defRPr sz="945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734092" y="1972747"/>
            <a:ext cx="2295990" cy="29016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1DB01E-31D9-41B7-9F54-C607EB4D4382}" type="datetimeFigureOut">
              <a:rPr lang="en-AU" smtClean="0"/>
              <a:t>29/05/2025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0CE2A0-3AED-47E7-9957-AEBCDC32326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536287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1DB01E-31D9-41B7-9F54-C607EB4D4382}" type="datetimeFigureOut">
              <a:rPr lang="en-AU" smtClean="0"/>
              <a:t>29/05/2025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0CE2A0-3AED-47E7-9957-AEBCDC32326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683874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1DB01E-31D9-41B7-9F54-C607EB4D4382}" type="datetimeFigureOut">
              <a:rPr lang="en-AU" smtClean="0"/>
              <a:t>29/05/2025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0CE2A0-3AED-47E7-9957-AEBCDC32326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753447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2000" y="360045"/>
            <a:ext cx="1741858" cy="1260158"/>
          </a:xfrm>
        </p:spPr>
        <p:txBody>
          <a:bodyPr anchor="b"/>
          <a:lstStyle>
            <a:lvl1pPr>
              <a:defRPr sz="189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95990" y="777598"/>
            <a:ext cx="2734092" cy="3837980"/>
          </a:xfrm>
        </p:spPr>
        <p:txBody>
          <a:bodyPr/>
          <a:lstStyle>
            <a:lvl1pPr>
              <a:defRPr sz="1890"/>
            </a:lvl1pPr>
            <a:lvl2pPr>
              <a:defRPr sz="1654"/>
            </a:lvl2pPr>
            <a:lvl3pPr>
              <a:defRPr sz="1417"/>
            </a:lvl3pPr>
            <a:lvl4pPr>
              <a:defRPr sz="1181"/>
            </a:lvl4pPr>
            <a:lvl5pPr>
              <a:defRPr sz="1181"/>
            </a:lvl5pPr>
            <a:lvl6pPr>
              <a:defRPr sz="1181"/>
            </a:lvl6pPr>
            <a:lvl7pPr>
              <a:defRPr sz="1181"/>
            </a:lvl7pPr>
            <a:lvl8pPr>
              <a:defRPr sz="1181"/>
            </a:lvl8pPr>
            <a:lvl9pPr>
              <a:defRPr sz="118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72000" y="1620202"/>
            <a:ext cx="1741858" cy="3001626"/>
          </a:xfrm>
        </p:spPr>
        <p:txBody>
          <a:bodyPr/>
          <a:lstStyle>
            <a:lvl1pPr marL="0" indent="0">
              <a:buNone/>
              <a:defRPr sz="945"/>
            </a:lvl1pPr>
            <a:lvl2pPr marL="270022" indent="0">
              <a:buNone/>
              <a:defRPr sz="827"/>
            </a:lvl2pPr>
            <a:lvl3pPr marL="540045" indent="0">
              <a:buNone/>
              <a:defRPr sz="709"/>
            </a:lvl3pPr>
            <a:lvl4pPr marL="810067" indent="0">
              <a:buNone/>
              <a:defRPr sz="591"/>
            </a:lvl4pPr>
            <a:lvl5pPr marL="1080089" indent="0">
              <a:buNone/>
              <a:defRPr sz="591"/>
            </a:lvl5pPr>
            <a:lvl6pPr marL="1350112" indent="0">
              <a:buNone/>
              <a:defRPr sz="591"/>
            </a:lvl6pPr>
            <a:lvl7pPr marL="1620134" indent="0">
              <a:buNone/>
              <a:defRPr sz="591"/>
            </a:lvl7pPr>
            <a:lvl8pPr marL="1890156" indent="0">
              <a:buNone/>
              <a:defRPr sz="591"/>
            </a:lvl8pPr>
            <a:lvl9pPr marL="2160179" indent="0">
              <a:buNone/>
              <a:defRPr sz="59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1DB01E-31D9-41B7-9F54-C607EB4D4382}" type="datetimeFigureOut">
              <a:rPr lang="en-AU" smtClean="0"/>
              <a:t>29/05/2025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0CE2A0-3AED-47E7-9957-AEBCDC32326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782268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2000" y="360045"/>
            <a:ext cx="1741858" cy="1260158"/>
          </a:xfrm>
        </p:spPr>
        <p:txBody>
          <a:bodyPr anchor="b"/>
          <a:lstStyle>
            <a:lvl1pPr>
              <a:defRPr sz="189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295990" y="777598"/>
            <a:ext cx="2734092" cy="3837980"/>
          </a:xfrm>
        </p:spPr>
        <p:txBody>
          <a:bodyPr anchor="t"/>
          <a:lstStyle>
            <a:lvl1pPr marL="0" indent="0">
              <a:buNone/>
              <a:defRPr sz="1890"/>
            </a:lvl1pPr>
            <a:lvl2pPr marL="270022" indent="0">
              <a:buNone/>
              <a:defRPr sz="1654"/>
            </a:lvl2pPr>
            <a:lvl3pPr marL="540045" indent="0">
              <a:buNone/>
              <a:defRPr sz="1417"/>
            </a:lvl3pPr>
            <a:lvl4pPr marL="810067" indent="0">
              <a:buNone/>
              <a:defRPr sz="1181"/>
            </a:lvl4pPr>
            <a:lvl5pPr marL="1080089" indent="0">
              <a:buNone/>
              <a:defRPr sz="1181"/>
            </a:lvl5pPr>
            <a:lvl6pPr marL="1350112" indent="0">
              <a:buNone/>
              <a:defRPr sz="1181"/>
            </a:lvl6pPr>
            <a:lvl7pPr marL="1620134" indent="0">
              <a:buNone/>
              <a:defRPr sz="1181"/>
            </a:lvl7pPr>
            <a:lvl8pPr marL="1890156" indent="0">
              <a:buNone/>
              <a:defRPr sz="1181"/>
            </a:lvl8pPr>
            <a:lvl9pPr marL="2160179" indent="0">
              <a:buNone/>
              <a:defRPr sz="1181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72000" y="1620202"/>
            <a:ext cx="1741858" cy="3001626"/>
          </a:xfrm>
        </p:spPr>
        <p:txBody>
          <a:bodyPr/>
          <a:lstStyle>
            <a:lvl1pPr marL="0" indent="0">
              <a:buNone/>
              <a:defRPr sz="945"/>
            </a:lvl1pPr>
            <a:lvl2pPr marL="270022" indent="0">
              <a:buNone/>
              <a:defRPr sz="827"/>
            </a:lvl2pPr>
            <a:lvl3pPr marL="540045" indent="0">
              <a:buNone/>
              <a:defRPr sz="709"/>
            </a:lvl3pPr>
            <a:lvl4pPr marL="810067" indent="0">
              <a:buNone/>
              <a:defRPr sz="591"/>
            </a:lvl4pPr>
            <a:lvl5pPr marL="1080089" indent="0">
              <a:buNone/>
              <a:defRPr sz="591"/>
            </a:lvl5pPr>
            <a:lvl6pPr marL="1350112" indent="0">
              <a:buNone/>
              <a:defRPr sz="591"/>
            </a:lvl6pPr>
            <a:lvl7pPr marL="1620134" indent="0">
              <a:buNone/>
              <a:defRPr sz="591"/>
            </a:lvl7pPr>
            <a:lvl8pPr marL="1890156" indent="0">
              <a:buNone/>
              <a:defRPr sz="591"/>
            </a:lvl8pPr>
            <a:lvl9pPr marL="2160179" indent="0">
              <a:buNone/>
              <a:defRPr sz="59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1DB01E-31D9-41B7-9F54-C607EB4D4382}" type="datetimeFigureOut">
              <a:rPr lang="en-AU" smtClean="0"/>
              <a:t>29/05/2025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0CE2A0-3AED-47E7-9957-AEBCDC32326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7429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1DB01E-31D9-41B7-9F54-C607EB4D4382}" type="datetimeFigureOut">
              <a:rPr lang="en-AU" smtClean="0"/>
              <a:t>29/05/2025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0CE2A0-3AED-47E7-9957-AEBCDC32326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077247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864858" y="287536"/>
            <a:ext cx="1164521" cy="457682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71297" y="287536"/>
            <a:ext cx="3426053" cy="457682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1DB01E-31D9-41B7-9F54-C607EB4D4382}" type="datetimeFigureOut">
              <a:rPr lang="en-AU" smtClean="0"/>
              <a:t>29/05/2025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0CE2A0-3AED-47E7-9957-AEBCDC32326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096511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71297" y="287537"/>
            <a:ext cx="4658082" cy="10438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71297" y="1437680"/>
            <a:ext cx="4658082" cy="34266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71296" y="5005627"/>
            <a:ext cx="1215152" cy="2875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09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E1DB01E-31D9-41B7-9F54-C607EB4D4382}" type="datetimeFigureOut">
              <a:rPr lang="en-AU" smtClean="0"/>
              <a:t>29/05/2025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788974" y="5005627"/>
            <a:ext cx="1822728" cy="2875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09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814227" y="5005627"/>
            <a:ext cx="1215152" cy="2875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09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40CE2A0-3AED-47E7-9957-AEBCDC32326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77156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540045" rtl="0" eaLnBrk="1" latinLnBrk="0" hangingPunct="1">
        <a:lnSpc>
          <a:spcPct val="90000"/>
        </a:lnSpc>
        <a:spcBef>
          <a:spcPct val="0"/>
        </a:spcBef>
        <a:buNone/>
        <a:defRPr sz="259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35011" indent="-135011" algn="l" defTabSz="540045" rtl="0" eaLnBrk="1" latinLnBrk="0" hangingPunct="1">
        <a:lnSpc>
          <a:spcPct val="90000"/>
        </a:lnSpc>
        <a:spcBef>
          <a:spcPts val="591"/>
        </a:spcBef>
        <a:buFont typeface="Arial" panose="020B0604020202020204" pitchFamily="34" charset="0"/>
        <a:buChar char="•"/>
        <a:defRPr sz="1654" kern="1200">
          <a:solidFill>
            <a:schemeClr val="tx1"/>
          </a:solidFill>
          <a:latin typeface="+mn-lt"/>
          <a:ea typeface="+mn-ea"/>
          <a:cs typeface="+mn-cs"/>
        </a:defRPr>
      </a:lvl1pPr>
      <a:lvl2pPr marL="405033" indent="-135011" algn="l" defTabSz="540045" rtl="0" eaLnBrk="1" latinLnBrk="0" hangingPunct="1">
        <a:lnSpc>
          <a:spcPct val="90000"/>
        </a:lnSpc>
        <a:spcBef>
          <a:spcPts val="295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2pPr>
      <a:lvl3pPr marL="675056" indent="-135011" algn="l" defTabSz="540045" rtl="0" eaLnBrk="1" latinLnBrk="0" hangingPunct="1">
        <a:lnSpc>
          <a:spcPct val="90000"/>
        </a:lnSpc>
        <a:spcBef>
          <a:spcPts val="295"/>
        </a:spcBef>
        <a:buFont typeface="Arial" panose="020B0604020202020204" pitchFamily="34" charset="0"/>
        <a:buChar char="•"/>
        <a:defRPr sz="1181" kern="1200">
          <a:solidFill>
            <a:schemeClr val="tx1"/>
          </a:solidFill>
          <a:latin typeface="+mn-lt"/>
          <a:ea typeface="+mn-ea"/>
          <a:cs typeface="+mn-cs"/>
        </a:defRPr>
      </a:lvl3pPr>
      <a:lvl4pPr marL="945078" indent="-135011" algn="l" defTabSz="540045" rtl="0" eaLnBrk="1" latinLnBrk="0" hangingPunct="1">
        <a:lnSpc>
          <a:spcPct val="90000"/>
        </a:lnSpc>
        <a:spcBef>
          <a:spcPts val="295"/>
        </a:spcBef>
        <a:buFont typeface="Arial" panose="020B0604020202020204" pitchFamily="34" charset="0"/>
        <a:buChar char="•"/>
        <a:defRPr sz="1063" kern="1200">
          <a:solidFill>
            <a:schemeClr val="tx1"/>
          </a:solidFill>
          <a:latin typeface="+mn-lt"/>
          <a:ea typeface="+mn-ea"/>
          <a:cs typeface="+mn-cs"/>
        </a:defRPr>
      </a:lvl4pPr>
      <a:lvl5pPr marL="1215100" indent="-135011" algn="l" defTabSz="540045" rtl="0" eaLnBrk="1" latinLnBrk="0" hangingPunct="1">
        <a:lnSpc>
          <a:spcPct val="90000"/>
        </a:lnSpc>
        <a:spcBef>
          <a:spcPts val="295"/>
        </a:spcBef>
        <a:buFont typeface="Arial" panose="020B0604020202020204" pitchFamily="34" charset="0"/>
        <a:buChar char="•"/>
        <a:defRPr sz="1063" kern="1200">
          <a:solidFill>
            <a:schemeClr val="tx1"/>
          </a:solidFill>
          <a:latin typeface="+mn-lt"/>
          <a:ea typeface="+mn-ea"/>
          <a:cs typeface="+mn-cs"/>
        </a:defRPr>
      </a:lvl5pPr>
      <a:lvl6pPr marL="1485123" indent="-135011" algn="l" defTabSz="540045" rtl="0" eaLnBrk="1" latinLnBrk="0" hangingPunct="1">
        <a:lnSpc>
          <a:spcPct val="90000"/>
        </a:lnSpc>
        <a:spcBef>
          <a:spcPts val="295"/>
        </a:spcBef>
        <a:buFont typeface="Arial" panose="020B0604020202020204" pitchFamily="34" charset="0"/>
        <a:buChar char="•"/>
        <a:defRPr sz="1063" kern="1200">
          <a:solidFill>
            <a:schemeClr val="tx1"/>
          </a:solidFill>
          <a:latin typeface="+mn-lt"/>
          <a:ea typeface="+mn-ea"/>
          <a:cs typeface="+mn-cs"/>
        </a:defRPr>
      </a:lvl6pPr>
      <a:lvl7pPr marL="1755145" indent="-135011" algn="l" defTabSz="540045" rtl="0" eaLnBrk="1" latinLnBrk="0" hangingPunct="1">
        <a:lnSpc>
          <a:spcPct val="90000"/>
        </a:lnSpc>
        <a:spcBef>
          <a:spcPts val="295"/>
        </a:spcBef>
        <a:buFont typeface="Arial" panose="020B0604020202020204" pitchFamily="34" charset="0"/>
        <a:buChar char="•"/>
        <a:defRPr sz="1063" kern="1200">
          <a:solidFill>
            <a:schemeClr val="tx1"/>
          </a:solidFill>
          <a:latin typeface="+mn-lt"/>
          <a:ea typeface="+mn-ea"/>
          <a:cs typeface="+mn-cs"/>
        </a:defRPr>
      </a:lvl7pPr>
      <a:lvl8pPr marL="2025167" indent="-135011" algn="l" defTabSz="540045" rtl="0" eaLnBrk="1" latinLnBrk="0" hangingPunct="1">
        <a:lnSpc>
          <a:spcPct val="90000"/>
        </a:lnSpc>
        <a:spcBef>
          <a:spcPts val="295"/>
        </a:spcBef>
        <a:buFont typeface="Arial" panose="020B0604020202020204" pitchFamily="34" charset="0"/>
        <a:buChar char="•"/>
        <a:defRPr sz="1063" kern="1200">
          <a:solidFill>
            <a:schemeClr val="tx1"/>
          </a:solidFill>
          <a:latin typeface="+mn-lt"/>
          <a:ea typeface="+mn-ea"/>
          <a:cs typeface="+mn-cs"/>
        </a:defRPr>
      </a:lvl8pPr>
      <a:lvl9pPr marL="2295190" indent="-135011" algn="l" defTabSz="540045" rtl="0" eaLnBrk="1" latinLnBrk="0" hangingPunct="1">
        <a:lnSpc>
          <a:spcPct val="90000"/>
        </a:lnSpc>
        <a:spcBef>
          <a:spcPts val="295"/>
        </a:spcBef>
        <a:buFont typeface="Arial" panose="020B0604020202020204" pitchFamily="34" charset="0"/>
        <a:buChar char="•"/>
        <a:defRPr sz="106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40045" rtl="0" eaLnBrk="1" latinLnBrk="0" hangingPunct="1">
        <a:defRPr sz="1063" kern="1200">
          <a:solidFill>
            <a:schemeClr val="tx1"/>
          </a:solidFill>
          <a:latin typeface="+mn-lt"/>
          <a:ea typeface="+mn-ea"/>
          <a:cs typeface="+mn-cs"/>
        </a:defRPr>
      </a:lvl1pPr>
      <a:lvl2pPr marL="270022" algn="l" defTabSz="540045" rtl="0" eaLnBrk="1" latinLnBrk="0" hangingPunct="1">
        <a:defRPr sz="1063" kern="1200">
          <a:solidFill>
            <a:schemeClr val="tx1"/>
          </a:solidFill>
          <a:latin typeface="+mn-lt"/>
          <a:ea typeface="+mn-ea"/>
          <a:cs typeface="+mn-cs"/>
        </a:defRPr>
      </a:lvl2pPr>
      <a:lvl3pPr marL="540045" algn="l" defTabSz="540045" rtl="0" eaLnBrk="1" latinLnBrk="0" hangingPunct="1">
        <a:defRPr sz="1063" kern="1200">
          <a:solidFill>
            <a:schemeClr val="tx1"/>
          </a:solidFill>
          <a:latin typeface="+mn-lt"/>
          <a:ea typeface="+mn-ea"/>
          <a:cs typeface="+mn-cs"/>
        </a:defRPr>
      </a:lvl3pPr>
      <a:lvl4pPr marL="810067" algn="l" defTabSz="540045" rtl="0" eaLnBrk="1" latinLnBrk="0" hangingPunct="1">
        <a:defRPr sz="1063" kern="1200">
          <a:solidFill>
            <a:schemeClr val="tx1"/>
          </a:solidFill>
          <a:latin typeface="+mn-lt"/>
          <a:ea typeface="+mn-ea"/>
          <a:cs typeface="+mn-cs"/>
        </a:defRPr>
      </a:lvl4pPr>
      <a:lvl5pPr marL="1080089" algn="l" defTabSz="540045" rtl="0" eaLnBrk="1" latinLnBrk="0" hangingPunct="1">
        <a:defRPr sz="1063" kern="1200">
          <a:solidFill>
            <a:schemeClr val="tx1"/>
          </a:solidFill>
          <a:latin typeface="+mn-lt"/>
          <a:ea typeface="+mn-ea"/>
          <a:cs typeface="+mn-cs"/>
        </a:defRPr>
      </a:lvl5pPr>
      <a:lvl6pPr marL="1350112" algn="l" defTabSz="540045" rtl="0" eaLnBrk="1" latinLnBrk="0" hangingPunct="1">
        <a:defRPr sz="1063" kern="1200">
          <a:solidFill>
            <a:schemeClr val="tx1"/>
          </a:solidFill>
          <a:latin typeface="+mn-lt"/>
          <a:ea typeface="+mn-ea"/>
          <a:cs typeface="+mn-cs"/>
        </a:defRPr>
      </a:lvl6pPr>
      <a:lvl7pPr marL="1620134" algn="l" defTabSz="540045" rtl="0" eaLnBrk="1" latinLnBrk="0" hangingPunct="1">
        <a:defRPr sz="1063" kern="1200">
          <a:solidFill>
            <a:schemeClr val="tx1"/>
          </a:solidFill>
          <a:latin typeface="+mn-lt"/>
          <a:ea typeface="+mn-ea"/>
          <a:cs typeface="+mn-cs"/>
        </a:defRPr>
      </a:lvl7pPr>
      <a:lvl8pPr marL="1890156" algn="l" defTabSz="540045" rtl="0" eaLnBrk="1" latinLnBrk="0" hangingPunct="1">
        <a:defRPr sz="1063" kern="1200">
          <a:solidFill>
            <a:schemeClr val="tx1"/>
          </a:solidFill>
          <a:latin typeface="+mn-lt"/>
          <a:ea typeface="+mn-ea"/>
          <a:cs typeface="+mn-cs"/>
        </a:defRPr>
      </a:lvl8pPr>
      <a:lvl9pPr marL="2160179" algn="l" defTabSz="540045" rtl="0" eaLnBrk="1" latinLnBrk="0" hangingPunct="1">
        <a:defRPr sz="106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91882A86-6116-72EE-275E-99ECD6EB8DDD}"/>
              </a:ext>
            </a:extLst>
          </p:cNvPr>
          <p:cNvSpPr/>
          <p:nvPr/>
        </p:nvSpPr>
        <p:spPr>
          <a:xfrm>
            <a:off x="3738087" y="2195014"/>
            <a:ext cx="1080655" cy="707886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CB3865F-063A-AC42-7324-974D618BED60}"/>
              </a:ext>
            </a:extLst>
          </p:cNvPr>
          <p:cNvSpPr txBox="1"/>
          <p:nvPr/>
        </p:nvSpPr>
        <p:spPr>
          <a:xfrm>
            <a:off x="1669138" y="2211598"/>
            <a:ext cx="1617751" cy="707886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accent6"/>
            </a:solidFill>
          </a:ln>
        </p:spPr>
        <p:txBody>
          <a:bodyPr wrap="non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AU" sz="1000" dirty="0"/>
              <a:t>Bootstrap sample 1, 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AU" sz="1000" dirty="0"/>
              <a:t>Bootstrap sample 2, 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AU" sz="1000" dirty="0"/>
              <a:t>Bootstrap sample 3, N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AU" sz="1000" dirty="0"/>
              <a:t>….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12A3082-B98C-E813-0531-2C73C8FEC313}"/>
              </a:ext>
            </a:extLst>
          </p:cNvPr>
          <p:cNvSpPr txBox="1"/>
          <p:nvPr/>
        </p:nvSpPr>
        <p:spPr>
          <a:xfrm>
            <a:off x="217312" y="2219405"/>
            <a:ext cx="995785" cy="70788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AU" sz="1000" dirty="0"/>
              <a:t>distribution a,</a:t>
            </a:r>
          </a:p>
          <a:p>
            <a:r>
              <a:rPr lang="en-AU" sz="1000" dirty="0"/>
              <a:t>distribution b, </a:t>
            </a:r>
          </a:p>
          <a:p>
            <a:r>
              <a:rPr lang="en-AU" sz="1000" dirty="0"/>
              <a:t>distribution c, </a:t>
            </a:r>
          </a:p>
          <a:p>
            <a:r>
              <a:rPr lang="en-AU" sz="1000" dirty="0"/>
              <a:t>….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4A9F350B-AF55-26F2-34B7-25407408B701}"/>
              </a:ext>
            </a:extLst>
          </p:cNvPr>
          <p:cNvGrpSpPr/>
          <p:nvPr/>
        </p:nvGrpSpPr>
        <p:grpSpPr>
          <a:xfrm>
            <a:off x="1102453" y="2321006"/>
            <a:ext cx="739832" cy="472304"/>
            <a:chOff x="2300562" y="1124268"/>
            <a:chExt cx="523117" cy="486017"/>
          </a:xfrm>
        </p:grpSpPr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A4D8AAD5-E898-0F49-6408-48DB02FF7B30}"/>
                </a:ext>
              </a:extLst>
            </p:cNvPr>
            <p:cNvCxnSpPr>
              <a:cxnSpLocks/>
            </p:cNvCxnSpPr>
            <p:nvPr/>
          </p:nvCxnSpPr>
          <p:spPr>
            <a:xfrm>
              <a:off x="2300562" y="1124268"/>
              <a:ext cx="523117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943AA911-EEA1-34B7-E3DD-2612A341F3CC}"/>
                </a:ext>
              </a:extLst>
            </p:cNvPr>
            <p:cNvCxnSpPr>
              <a:cxnSpLocks/>
            </p:cNvCxnSpPr>
            <p:nvPr/>
          </p:nvCxnSpPr>
          <p:spPr>
            <a:xfrm>
              <a:off x="2300562" y="1291183"/>
              <a:ext cx="523117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31E0F055-49A0-1187-02A0-44461FDD6A1C}"/>
                </a:ext>
              </a:extLst>
            </p:cNvPr>
            <p:cNvCxnSpPr>
              <a:cxnSpLocks/>
            </p:cNvCxnSpPr>
            <p:nvPr/>
          </p:nvCxnSpPr>
          <p:spPr>
            <a:xfrm>
              <a:off x="2300562" y="1443583"/>
              <a:ext cx="523117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C6AE8671-2FF9-C5EF-309A-8697161DBE98}"/>
                </a:ext>
              </a:extLst>
            </p:cNvPr>
            <p:cNvCxnSpPr>
              <a:cxnSpLocks/>
            </p:cNvCxnSpPr>
            <p:nvPr/>
          </p:nvCxnSpPr>
          <p:spPr>
            <a:xfrm>
              <a:off x="2300562" y="1610285"/>
              <a:ext cx="523117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" name="Left Brace 12">
            <a:extLst>
              <a:ext uri="{FF2B5EF4-FFF2-40B4-BE49-F238E27FC236}">
                <a16:creationId xmlns:a16="http://schemas.microsoft.com/office/drawing/2014/main" id="{681F0F3A-D085-302E-1398-5C5D98635B2F}"/>
              </a:ext>
            </a:extLst>
          </p:cNvPr>
          <p:cNvSpPr/>
          <p:nvPr/>
        </p:nvSpPr>
        <p:spPr>
          <a:xfrm rot="16200000">
            <a:off x="633635" y="2573916"/>
            <a:ext cx="163144" cy="995785"/>
          </a:xfrm>
          <a:prstGeom prst="leftBrace">
            <a:avLst>
              <a:gd name="adj1" fmla="val 8333"/>
              <a:gd name="adj2" fmla="val 48985"/>
            </a:avLst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43B9391-06E2-3BA6-D57B-B1A3895C36F5}"/>
              </a:ext>
            </a:extLst>
          </p:cNvPr>
          <p:cNvSpPr txBox="1"/>
          <p:nvPr/>
        </p:nvSpPr>
        <p:spPr>
          <a:xfrm>
            <a:off x="379792" y="3153383"/>
            <a:ext cx="716409" cy="553998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solidFill>
              <a:schemeClr val="accent2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AU" sz="1000" dirty="0"/>
              <a:t>Model averaged cdf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FA376D8-2D21-779C-435F-737D6DED52B3}"/>
              </a:ext>
            </a:extLst>
          </p:cNvPr>
          <p:cNvSpPr txBox="1"/>
          <p:nvPr/>
        </p:nvSpPr>
        <p:spPr>
          <a:xfrm>
            <a:off x="1064182" y="1735704"/>
            <a:ext cx="739833" cy="40011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solidFill>
              <a:schemeClr val="accent2">
                <a:lumMod val="75000"/>
              </a:schemeClr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/>
            </a:lvl1pPr>
          </a:lstStyle>
          <a:p>
            <a:r>
              <a:rPr lang="en-AU" dirty="0"/>
              <a:t>Individual </a:t>
            </a:r>
            <a:r>
              <a:rPr lang="en-AU" dirty="0" err="1"/>
              <a:t>cdfs</a:t>
            </a:r>
            <a:endParaRPr lang="en-AU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62E0A85-542A-F8D1-CDC2-FC39EDA296E7}"/>
              </a:ext>
            </a:extLst>
          </p:cNvPr>
          <p:cNvSpPr txBox="1"/>
          <p:nvPr/>
        </p:nvSpPr>
        <p:spPr>
          <a:xfrm>
            <a:off x="93882" y="4087349"/>
            <a:ext cx="1287532" cy="24622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2700">
            <a:solidFill>
              <a:schemeClr val="accent6"/>
            </a:solidFill>
          </a:ln>
        </p:spPr>
        <p:txBody>
          <a:bodyPr wrap="none" rtlCol="0">
            <a:spAutoFit/>
          </a:bodyPr>
          <a:lstStyle/>
          <a:p>
            <a:r>
              <a:rPr lang="en-AU" sz="1000" dirty="0"/>
              <a:t>Bootstrap sample N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2BC0B509-22A8-F5A1-C09D-99EC3DFE32A2}"/>
              </a:ext>
            </a:extLst>
          </p:cNvPr>
          <p:cNvCxnSpPr>
            <a:cxnSpLocks/>
            <a:stCxn id="14" idx="2"/>
            <a:endCxn id="17" idx="0"/>
          </p:cNvCxnSpPr>
          <p:nvPr/>
        </p:nvCxnSpPr>
        <p:spPr>
          <a:xfrm flipH="1">
            <a:off x="737648" y="3707381"/>
            <a:ext cx="349" cy="37996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C682F321-CA56-A98C-4078-298A8D6AEF84}"/>
              </a:ext>
            </a:extLst>
          </p:cNvPr>
          <p:cNvSpPr txBox="1"/>
          <p:nvPr/>
        </p:nvSpPr>
        <p:spPr>
          <a:xfrm>
            <a:off x="662596" y="4447955"/>
            <a:ext cx="90922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i="1" dirty="0"/>
              <a:t>quantile &amp; </a:t>
            </a:r>
            <a:r>
              <a:rPr lang="en-AU" sz="1000" i="1" dirty="0" err="1"/>
              <a:t>sd</a:t>
            </a:r>
            <a:endParaRPr lang="en-AU" sz="1000" i="1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2793810-A478-C622-7C9B-454B8ED3BA6D}"/>
              </a:ext>
            </a:extLst>
          </p:cNvPr>
          <p:cNvSpPr txBox="1"/>
          <p:nvPr/>
        </p:nvSpPr>
        <p:spPr>
          <a:xfrm>
            <a:off x="4431032" y="2211598"/>
            <a:ext cx="48442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/>
              <a:t>SE 1, </a:t>
            </a:r>
          </a:p>
          <a:p>
            <a:r>
              <a:rPr lang="en-AU" sz="1000" dirty="0"/>
              <a:t>SE 2,</a:t>
            </a:r>
          </a:p>
          <a:p>
            <a:r>
              <a:rPr lang="en-AU" sz="1000" dirty="0"/>
              <a:t>SE 3,</a:t>
            </a:r>
          </a:p>
          <a:p>
            <a:r>
              <a:rPr lang="en-AU" sz="1000" dirty="0"/>
              <a:t>…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7131816-FE51-8D50-C8C9-19E0A50746D2}"/>
              </a:ext>
            </a:extLst>
          </p:cNvPr>
          <p:cNvSpPr txBox="1"/>
          <p:nvPr/>
        </p:nvSpPr>
        <p:spPr>
          <a:xfrm>
            <a:off x="373605" y="4685391"/>
            <a:ext cx="61266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/>
              <a:t>CL &amp; SE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F39B243E-B884-A1BA-011E-1DAC66415918}"/>
              </a:ext>
            </a:extLst>
          </p:cNvPr>
          <p:cNvCxnSpPr>
            <a:cxnSpLocks/>
            <a:stCxn id="14" idx="2"/>
            <a:endCxn id="28" idx="1"/>
          </p:cNvCxnSpPr>
          <p:nvPr/>
        </p:nvCxnSpPr>
        <p:spPr>
          <a:xfrm>
            <a:off x="737997" y="3707381"/>
            <a:ext cx="814563" cy="39556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19A559CA-B709-8B37-A125-E4119B413F36}"/>
              </a:ext>
            </a:extLst>
          </p:cNvPr>
          <p:cNvSpPr txBox="1"/>
          <p:nvPr/>
        </p:nvSpPr>
        <p:spPr>
          <a:xfrm>
            <a:off x="1552560" y="3979830"/>
            <a:ext cx="1287532" cy="24622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2700">
            <a:solidFill>
              <a:schemeClr val="accent6"/>
            </a:solidFill>
          </a:ln>
        </p:spPr>
        <p:txBody>
          <a:bodyPr wrap="none" rtlCol="0">
            <a:spAutoFit/>
          </a:bodyPr>
          <a:lstStyle/>
          <a:p>
            <a:r>
              <a:rPr lang="en-AU" sz="1000" dirty="0"/>
              <a:t>Bootstrap sample N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774C12B-E7D8-1C8F-1E4A-26DDE0D42231}"/>
              </a:ext>
            </a:extLst>
          </p:cNvPr>
          <p:cNvSpPr txBox="1"/>
          <p:nvPr/>
        </p:nvSpPr>
        <p:spPr>
          <a:xfrm>
            <a:off x="2129023" y="4357796"/>
            <a:ext cx="90922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i="1" dirty="0"/>
              <a:t>quantile &amp; </a:t>
            </a:r>
            <a:r>
              <a:rPr lang="en-AU" sz="1000" i="1" dirty="0" err="1"/>
              <a:t>sd</a:t>
            </a:r>
            <a:endParaRPr lang="en-AU" sz="1000" i="1" dirty="0"/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2DE0FA21-BF9A-AC74-5949-9B377E05568E}"/>
              </a:ext>
            </a:extLst>
          </p:cNvPr>
          <p:cNvCxnSpPr>
            <a:cxnSpLocks/>
            <a:stCxn id="28" idx="2"/>
            <a:endCxn id="31" idx="0"/>
          </p:cNvCxnSpPr>
          <p:nvPr/>
        </p:nvCxnSpPr>
        <p:spPr>
          <a:xfrm flipH="1">
            <a:off x="2191075" y="4226051"/>
            <a:ext cx="5251" cy="465402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F71394D4-C7A6-1ED4-535D-B6F71E6DC0F3}"/>
              </a:ext>
            </a:extLst>
          </p:cNvPr>
          <p:cNvSpPr txBox="1"/>
          <p:nvPr/>
        </p:nvSpPr>
        <p:spPr>
          <a:xfrm>
            <a:off x="1884741" y="4691453"/>
            <a:ext cx="61266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/>
              <a:t>CL &amp; SE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9D14AB0-38B2-ABEA-0019-3B9DB35CF35C}"/>
              </a:ext>
            </a:extLst>
          </p:cNvPr>
          <p:cNvSpPr txBox="1"/>
          <p:nvPr/>
        </p:nvSpPr>
        <p:spPr>
          <a:xfrm>
            <a:off x="1153984" y="3769693"/>
            <a:ext cx="110235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/>
              <a:t>re-estimate ωi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E99230E-7E6F-D7BF-E733-765B8750DDD0}"/>
              </a:ext>
            </a:extLst>
          </p:cNvPr>
          <p:cNvSpPr txBox="1"/>
          <p:nvPr/>
        </p:nvSpPr>
        <p:spPr>
          <a:xfrm>
            <a:off x="663" y="3782710"/>
            <a:ext cx="91848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/>
              <a:t>original ωi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3529383-CC54-47F4-D8EE-023EF961F7E8}"/>
              </a:ext>
            </a:extLst>
          </p:cNvPr>
          <p:cNvSpPr txBox="1"/>
          <p:nvPr/>
        </p:nvSpPr>
        <p:spPr>
          <a:xfrm>
            <a:off x="318889" y="4925398"/>
            <a:ext cx="795411" cy="246221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12700">
            <a:solidFill>
              <a:schemeClr val="tx2">
                <a:lumMod val="75000"/>
                <a:lumOff val="2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AU" sz="1000" dirty="0" err="1"/>
              <a:t>multi_fixed</a:t>
            </a:r>
            <a:endParaRPr lang="en-AU" sz="1000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64B564F-6E16-E63B-A014-48D01AEAEBA6}"/>
              </a:ext>
            </a:extLst>
          </p:cNvPr>
          <p:cNvSpPr txBox="1"/>
          <p:nvPr/>
        </p:nvSpPr>
        <p:spPr>
          <a:xfrm>
            <a:off x="1836314" y="4930612"/>
            <a:ext cx="747320" cy="246221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12700">
            <a:solidFill>
              <a:schemeClr val="tx2">
                <a:lumMod val="75000"/>
                <a:lumOff val="2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AU" sz="1000" dirty="0" err="1"/>
              <a:t>multi_free</a:t>
            </a:r>
            <a:endParaRPr lang="en-AU" sz="1000" dirty="0"/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D3ECCF73-FEF3-159D-0872-C3F2D84843BB}"/>
              </a:ext>
            </a:extLst>
          </p:cNvPr>
          <p:cNvCxnSpPr>
            <a:cxnSpLocks/>
          </p:cNvCxnSpPr>
          <p:nvPr/>
        </p:nvCxnSpPr>
        <p:spPr>
          <a:xfrm flipH="1">
            <a:off x="679939" y="4341480"/>
            <a:ext cx="1" cy="37700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" name="Group 1">
            <a:extLst>
              <a:ext uri="{FF2B5EF4-FFF2-40B4-BE49-F238E27FC236}">
                <a16:creationId xmlns:a16="http://schemas.microsoft.com/office/drawing/2014/main" id="{8B76A3C7-1F69-7C10-AE1E-80721CE768F9}"/>
              </a:ext>
            </a:extLst>
          </p:cNvPr>
          <p:cNvGrpSpPr/>
          <p:nvPr/>
        </p:nvGrpSpPr>
        <p:grpSpPr>
          <a:xfrm>
            <a:off x="3252250" y="2312194"/>
            <a:ext cx="739832" cy="472304"/>
            <a:chOff x="2300562" y="1124268"/>
            <a:chExt cx="523117" cy="486017"/>
          </a:xfrm>
        </p:grpSpPr>
        <p:cxnSp>
          <p:nvCxnSpPr>
            <p:cNvPr id="3" name="Straight Arrow Connector 2">
              <a:extLst>
                <a:ext uri="{FF2B5EF4-FFF2-40B4-BE49-F238E27FC236}">
                  <a16:creationId xmlns:a16="http://schemas.microsoft.com/office/drawing/2014/main" id="{F7E2E6D8-5F67-171E-7FBD-F3039AD1D4A8}"/>
                </a:ext>
              </a:extLst>
            </p:cNvPr>
            <p:cNvCxnSpPr>
              <a:cxnSpLocks/>
            </p:cNvCxnSpPr>
            <p:nvPr/>
          </p:nvCxnSpPr>
          <p:spPr>
            <a:xfrm>
              <a:off x="2300562" y="1124268"/>
              <a:ext cx="523117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Straight Arrow Connector 4">
              <a:extLst>
                <a:ext uri="{FF2B5EF4-FFF2-40B4-BE49-F238E27FC236}">
                  <a16:creationId xmlns:a16="http://schemas.microsoft.com/office/drawing/2014/main" id="{225433D2-58D3-657B-55F3-5A7AF8B524FD}"/>
                </a:ext>
              </a:extLst>
            </p:cNvPr>
            <p:cNvCxnSpPr>
              <a:cxnSpLocks/>
            </p:cNvCxnSpPr>
            <p:nvPr/>
          </p:nvCxnSpPr>
          <p:spPr>
            <a:xfrm>
              <a:off x="2300562" y="1291183"/>
              <a:ext cx="523117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FFC51558-8F7A-EA32-FC4C-42DE91D21220}"/>
                </a:ext>
              </a:extLst>
            </p:cNvPr>
            <p:cNvCxnSpPr>
              <a:cxnSpLocks/>
            </p:cNvCxnSpPr>
            <p:nvPr/>
          </p:nvCxnSpPr>
          <p:spPr>
            <a:xfrm>
              <a:off x="2300562" y="1443583"/>
              <a:ext cx="523117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779ED417-BBF8-CFA9-2683-5DF7B71F3EDA}"/>
                </a:ext>
              </a:extLst>
            </p:cNvPr>
            <p:cNvCxnSpPr>
              <a:cxnSpLocks/>
            </p:cNvCxnSpPr>
            <p:nvPr/>
          </p:nvCxnSpPr>
          <p:spPr>
            <a:xfrm>
              <a:off x="2300562" y="1610285"/>
              <a:ext cx="523117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84EE9D42-3489-36D6-75F7-32D30CCA5659}"/>
              </a:ext>
            </a:extLst>
          </p:cNvPr>
          <p:cNvSpPr txBox="1"/>
          <p:nvPr/>
        </p:nvSpPr>
        <p:spPr>
          <a:xfrm>
            <a:off x="3844079" y="2195014"/>
            <a:ext cx="64152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AU" sz="1000" dirty="0"/>
              <a:t>CL 1,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AU" sz="1000" dirty="0"/>
              <a:t>CL 2,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AU" sz="1000" dirty="0"/>
              <a:t>CL 3,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AU" sz="1000" dirty="0"/>
              <a:t>….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477D19C5-3266-F952-112F-EFB6B8D20C21}"/>
              </a:ext>
            </a:extLst>
          </p:cNvPr>
          <p:cNvCxnSpPr>
            <a:cxnSpLocks/>
            <a:stCxn id="19" idx="2"/>
            <a:endCxn id="42" idx="3"/>
          </p:cNvCxnSpPr>
          <p:nvPr/>
        </p:nvCxnSpPr>
        <p:spPr>
          <a:xfrm flipH="1">
            <a:off x="1913028" y="2902900"/>
            <a:ext cx="2251812" cy="602872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2313016B-776A-CFD5-B444-4CD7B75F940E}"/>
              </a:ext>
            </a:extLst>
          </p:cNvPr>
          <p:cNvSpPr txBox="1"/>
          <p:nvPr/>
        </p:nvSpPr>
        <p:spPr>
          <a:xfrm>
            <a:off x="1515260" y="3009250"/>
            <a:ext cx="14038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i="1" dirty="0"/>
              <a:t>Weighted (ωi) arithmetic mean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B3C8077-6CAB-83F2-9FEC-3DD396E59270}"/>
              </a:ext>
            </a:extLst>
          </p:cNvPr>
          <p:cNvSpPr txBox="1"/>
          <p:nvPr/>
        </p:nvSpPr>
        <p:spPr>
          <a:xfrm>
            <a:off x="1399746" y="3382661"/>
            <a:ext cx="513282" cy="246221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12700">
            <a:solidFill>
              <a:schemeClr val="tx2">
                <a:lumMod val="75000"/>
                <a:lumOff val="2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AU" sz="1000" dirty="0"/>
              <a:t>MACL</a:t>
            </a:r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23ED62A7-AB47-C285-2F36-5C8C9836FD21}"/>
              </a:ext>
            </a:extLst>
          </p:cNvPr>
          <p:cNvCxnSpPr>
            <a:cxnSpLocks/>
            <a:stCxn id="19" idx="2"/>
            <a:endCxn id="45" idx="0"/>
          </p:cNvCxnSpPr>
          <p:nvPr/>
        </p:nvCxnSpPr>
        <p:spPr>
          <a:xfrm flipH="1">
            <a:off x="3547129" y="2902900"/>
            <a:ext cx="617711" cy="785427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9721A989-50B3-E157-B95A-0A92930D10A9}"/>
              </a:ext>
            </a:extLst>
          </p:cNvPr>
          <p:cNvSpPr txBox="1"/>
          <p:nvPr/>
        </p:nvSpPr>
        <p:spPr>
          <a:xfrm>
            <a:off x="2435423" y="3253125"/>
            <a:ext cx="124076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AU" sz="1000" i="1" dirty="0"/>
              <a:t>Weighted (</a:t>
            </a:r>
            <a:r>
              <a:rPr lang="en-AU" sz="1000" i="1" dirty="0" err="1"/>
              <a:t>wi</a:t>
            </a:r>
            <a:r>
              <a:rPr lang="en-AU" sz="1000" i="1" dirty="0"/>
              <a:t>) geometric mean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AE4FC3E-E2F4-C0E3-1A49-228A3B6E50D1}"/>
              </a:ext>
            </a:extLst>
          </p:cNvPr>
          <p:cNvSpPr txBox="1"/>
          <p:nvPr/>
        </p:nvSpPr>
        <p:spPr>
          <a:xfrm>
            <a:off x="3282473" y="3688327"/>
            <a:ext cx="529312" cy="246221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12700">
            <a:solidFill>
              <a:schemeClr val="tx2">
                <a:lumMod val="75000"/>
                <a:lumOff val="2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AU" sz="1000" dirty="0"/>
              <a:t>MGCL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7765697B-5C6E-759A-27C5-E111043219D2}"/>
              </a:ext>
            </a:extLst>
          </p:cNvPr>
          <p:cNvSpPr txBox="1"/>
          <p:nvPr/>
        </p:nvSpPr>
        <p:spPr>
          <a:xfrm>
            <a:off x="3147364" y="1935759"/>
            <a:ext cx="64152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i="1" dirty="0"/>
              <a:t>quantile &amp; </a:t>
            </a:r>
            <a:r>
              <a:rPr lang="en-AU" sz="1000" i="1" dirty="0" err="1"/>
              <a:t>sd</a:t>
            </a:r>
            <a:endParaRPr lang="en-AU" sz="1000" i="1" dirty="0"/>
          </a:p>
        </p:txBody>
      </p: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7A53F8E9-2C2A-7727-1F26-9124472ABC29}"/>
              </a:ext>
            </a:extLst>
          </p:cNvPr>
          <p:cNvCxnSpPr>
            <a:cxnSpLocks/>
            <a:stCxn id="23" idx="2"/>
          </p:cNvCxnSpPr>
          <p:nvPr/>
        </p:nvCxnSpPr>
        <p:spPr>
          <a:xfrm>
            <a:off x="4673246" y="2919484"/>
            <a:ext cx="0" cy="546982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5195D8B4-BA16-0236-BA95-42F94FC5834E}"/>
              </a:ext>
            </a:extLst>
          </p:cNvPr>
          <p:cNvSpPr txBox="1"/>
          <p:nvPr/>
        </p:nvSpPr>
        <p:spPr>
          <a:xfrm>
            <a:off x="4093906" y="3688327"/>
            <a:ext cx="543739" cy="246221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12700">
            <a:solidFill>
              <a:schemeClr val="tx2">
                <a:lumMod val="75000"/>
                <a:lumOff val="2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AU" sz="1000" dirty="0"/>
              <a:t>MAW1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C02D7656-193B-EB89-9D6A-7463016253FE}"/>
              </a:ext>
            </a:extLst>
          </p:cNvPr>
          <p:cNvSpPr txBox="1"/>
          <p:nvPr/>
        </p:nvSpPr>
        <p:spPr>
          <a:xfrm>
            <a:off x="4505935" y="3437767"/>
            <a:ext cx="36260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1000"/>
            </a:lvl1pPr>
          </a:lstStyle>
          <a:p>
            <a:r>
              <a:rPr lang="en-AU" dirty="0"/>
              <a:t>CL 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BF1D274B-8CD3-604E-FEC0-009CD6025EB5}"/>
              </a:ext>
            </a:extLst>
          </p:cNvPr>
          <p:cNvSpPr txBox="1"/>
          <p:nvPr/>
        </p:nvSpPr>
        <p:spPr>
          <a:xfrm>
            <a:off x="4633346" y="3018711"/>
            <a:ext cx="4183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AU" sz="1000" i="1" dirty="0">
                <a:highlight>
                  <a:srgbClr val="FFFF00"/>
                </a:highlight>
              </a:rPr>
              <a:t>XXX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EFFD8F13-A955-2E7D-F2E3-B12F1E057FD3}"/>
              </a:ext>
            </a:extLst>
          </p:cNvPr>
          <p:cNvSpPr txBox="1"/>
          <p:nvPr/>
        </p:nvSpPr>
        <p:spPr>
          <a:xfrm>
            <a:off x="4697673" y="3688327"/>
            <a:ext cx="543739" cy="246221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12700">
            <a:solidFill>
              <a:schemeClr val="tx2">
                <a:lumMod val="75000"/>
                <a:lumOff val="2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AU" sz="1000" dirty="0"/>
              <a:t>MAW2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2A265DA7-6D0E-A198-3C60-8DBA420D285E}"/>
              </a:ext>
            </a:extLst>
          </p:cNvPr>
          <p:cNvSpPr txBox="1"/>
          <p:nvPr/>
        </p:nvSpPr>
        <p:spPr>
          <a:xfrm>
            <a:off x="4485601" y="4185108"/>
            <a:ext cx="561372" cy="246221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12700">
            <a:solidFill>
              <a:schemeClr val="tx2">
                <a:lumMod val="75000"/>
                <a:lumOff val="2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AU" sz="1000" dirty="0"/>
              <a:t>MATA</a:t>
            </a:r>
            <a:r>
              <a:rPr lang="en-AU" sz="1000" dirty="0">
                <a:highlight>
                  <a:srgbClr val="FFFF00"/>
                </a:highlight>
              </a:rPr>
              <a:t>?</a:t>
            </a:r>
          </a:p>
        </p:txBody>
      </p: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6483B739-AFEF-FFB0-D66A-23938428A397}"/>
              </a:ext>
            </a:extLst>
          </p:cNvPr>
          <p:cNvCxnSpPr>
            <a:cxnSpLocks/>
            <a:stCxn id="4" idx="0"/>
            <a:endCxn id="75" idx="2"/>
          </p:cNvCxnSpPr>
          <p:nvPr/>
        </p:nvCxnSpPr>
        <p:spPr>
          <a:xfrm flipH="1" flipV="1">
            <a:off x="2478013" y="1841013"/>
            <a:ext cx="1" cy="37058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TextBox 65">
            <a:extLst>
              <a:ext uri="{FF2B5EF4-FFF2-40B4-BE49-F238E27FC236}">
                <a16:creationId xmlns:a16="http://schemas.microsoft.com/office/drawing/2014/main" id="{67C2AF13-3298-FAD4-AFA3-F072A32D8607}"/>
              </a:ext>
            </a:extLst>
          </p:cNvPr>
          <p:cNvSpPr txBox="1"/>
          <p:nvPr/>
        </p:nvSpPr>
        <p:spPr>
          <a:xfrm>
            <a:off x="3569779" y="1074842"/>
            <a:ext cx="90922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i="1" dirty="0"/>
              <a:t>quantile &amp; </a:t>
            </a:r>
            <a:r>
              <a:rPr lang="en-AU" sz="1000" i="1" dirty="0" err="1"/>
              <a:t>sd</a:t>
            </a:r>
            <a:endParaRPr lang="en-AU" sz="1000" i="1" dirty="0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06E654C1-A466-4928-E2C1-11AAD5AD729D}"/>
              </a:ext>
            </a:extLst>
          </p:cNvPr>
          <p:cNvSpPr txBox="1"/>
          <p:nvPr/>
        </p:nvSpPr>
        <p:spPr>
          <a:xfrm>
            <a:off x="4129705" y="767929"/>
            <a:ext cx="61266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/>
              <a:t>CL &amp; SE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AE453A91-7E86-BE41-9658-6A27B0D782F3}"/>
              </a:ext>
            </a:extLst>
          </p:cNvPr>
          <p:cNvSpPr txBox="1"/>
          <p:nvPr/>
        </p:nvSpPr>
        <p:spPr>
          <a:xfrm>
            <a:off x="3844370" y="555676"/>
            <a:ext cx="1183337" cy="246221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12700">
            <a:solidFill>
              <a:schemeClr val="tx2">
                <a:lumMod val="75000"/>
                <a:lumOff val="2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AU" sz="1000" dirty="0"/>
              <a:t>Weighted_sample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F9D49408-4949-0E07-90E4-8B6E79449F7D}"/>
              </a:ext>
            </a:extLst>
          </p:cNvPr>
          <p:cNvSpPr txBox="1"/>
          <p:nvPr/>
        </p:nvSpPr>
        <p:spPr>
          <a:xfrm>
            <a:off x="1884741" y="1133127"/>
            <a:ext cx="1186543" cy="707886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accent6"/>
            </a:solidFill>
          </a:ln>
        </p:spPr>
        <p:txBody>
          <a:bodyPr wrap="none" rtlCol="0">
            <a:spAutoFit/>
          </a:bodyPr>
          <a:lstStyle/>
          <a:p>
            <a:r>
              <a:rPr lang="en-AU" sz="1000" dirty="0"/>
              <a:t>ωi 1 × N samples,</a:t>
            </a:r>
          </a:p>
          <a:p>
            <a:r>
              <a:rPr lang="en-AU" sz="1000" dirty="0"/>
              <a:t>ωi 2 × N samples,</a:t>
            </a:r>
          </a:p>
          <a:p>
            <a:r>
              <a:rPr lang="en-AU" sz="1000" dirty="0"/>
              <a:t>ωi 3 × N samples, </a:t>
            </a:r>
          </a:p>
          <a:p>
            <a:r>
              <a:rPr lang="en-AU" sz="1000" dirty="0"/>
              <a:t>….</a:t>
            </a:r>
          </a:p>
        </p:txBody>
      </p:sp>
      <p:grpSp>
        <p:nvGrpSpPr>
          <p:cNvPr id="83" name="Group 82">
            <a:extLst>
              <a:ext uri="{FF2B5EF4-FFF2-40B4-BE49-F238E27FC236}">
                <a16:creationId xmlns:a16="http://schemas.microsoft.com/office/drawing/2014/main" id="{B0BBA58E-0CA3-B98D-8149-FCD159931B2E}"/>
              </a:ext>
            </a:extLst>
          </p:cNvPr>
          <p:cNvGrpSpPr/>
          <p:nvPr/>
        </p:nvGrpSpPr>
        <p:grpSpPr>
          <a:xfrm>
            <a:off x="2982686" y="1263494"/>
            <a:ext cx="809590" cy="472304"/>
            <a:chOff x="2331348" y="1124268"/>
            <a:chExt cx="591359" cy="486017"/>
          </a:xfrm>
        </p:grpSpPr>
        <p:cxnSp>
          <p:nvCxnSpPr>
            <p:cNvPr id="84" name="Straight Arrow Connector 83">
              <a:extLst>
                <a:ext uri="{FF2B5EF4-FFF2-40B4-BE49-F238E27FC236}">
                  <a16:creationId xmlns:a16="http://schemas.microsoft.com/office/drawing/2014/main" id="{DC9FCB7C-00BC-0242-2417-8F81819CC06D}"/>
                </a:ext>
              </a:extLst>
            </p:cNvPr>
            <p:cNvCxnSpPr>
              <a:cxnSpLocks/>
              <a:endCxn id="88" idx="1"/>
            </p:cNvCxnSpPr>
            <p:nvPr/>
          </p:nvCxnSpPr>
          <p:spPr>
            <a:xfrm>
              <a:off x="2331348" y="1124268"/>
              <a:ext cx="591357" cy="224795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Arrow Connector 84">
              <a:extLst>
                <a:ext uri="{FF2B5EF4-FFF2-40B4-BE49-F238E27FC236}">
                  <a16:creationId xmlns:a16="http://schemas.microsoft.com/office/drawing/2014/main" id="{C99FAE70-D415-DC2E-6710-51201D78BEB3}"/>
                </a:ext>
              </a:extLst>
            </p:cNvPr>
            <p:cNvCxnSpPr>
              <a:cxnSpLocks/>
              <a:endCxn id="88" idx="1"/>
            </p:cNvCxnSpPr>
            <p:nvPr/>
          </p:nvCxnSpPr>
          <p:spPr>
            <a:xfrm>
              <a:off x="2331348" y="1291183"/>
              <a:ext cx="591357" cy="5788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Arrow Connector 85">
              <a:extLst>
                <a:ext uri="{FF2B5EF4-FFF2-40B4-BE49-F238E27FC236}">
                  <a16:creationId xmlns:a16="http://schemas.microsoft.com/office/drawing/2014/main" id="{514CD380-F47C-D625-79B4-D482EBA82D8D}"/>
                </a:ext>
              </a:extLst>
            </p:cNvPr>
            <p:cNvCxnSpPr>
              <a:cxnSpLocks/>
              <a:endCxn id="88" idx="1"/>
            </p:cNvCxnSpPr>
            <p:nvPr/>
          </p:nvCxnSpPr>
          <p:spPr>
            <a:xfrm flipV="1">
              <a:off x="2331348" y="1349063"/>
              <a:ext cx="591359" cy="94521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Arrow Connector 86">
              <a:extLst>
                <a:ext uri="{FF2B5EF4-FFF2-40B4-BE49-F238E27FC236}">
                  <a16:creationId xmlns:a16="http://schemas.microsoft.com/office/drawing/2014/main" id="{93379B65-457C-5429-FFA0-ADF3E7F63A6B}"/>
                </a:ext>
              </a:extLst>
            </p:cNvPr>
            <p:cNvCxnSpPr>
              <a:cxnSpLocks/>
              <a:endCxn id="88" idx="1"/>
            </p:cNvCxnSpPr>
            <p:nvPr/>
          </p:nvCxnSpPr>
          <p:spPr>
            <a:xfrm flipV="1">
              <a:off x="2331348" y="1349063"/>
              <a:ext cx="591357" cy="261222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8" name="TextBox 87">
            <a:extLst>
              <a:ext uri="{FF2B5EF4-FFF2-40B4-BE49-F238E27FC236}">
                <a16:creationId xmlns:a16="http://schemas.microsoft.com/office/drawing/2014/main" id="{1A419699-9682-97E7-C91A-6C63B09B60D2}"/>
              </a:ext>
            </a:extLst>
          </p:cNvPr>
          <p:cNvSpPr txBox="1"/>
          <p:nvPr/>
        </p:nvSpPr>
        <p:spPr>
          <a:xfrm>
            <a:off x="3792273" y="1358835"/>
            <a:ext cx="1287532" cy="24622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2700">
            <a:solidFill>
              <a:schemeClr val="accent6"/>
            </a:solidFill>
          </a:ln>
        </p:spPr>
        <p:txBody>
          <a:bodyPr wrap="none" rtlCol="0">
            <a:spAutoFit/>
          </a:bodyPr>
          <a:lstStyle/>
          <a:p>
            <a:r>
              <a:rPr lang="en-AU" sz="1000" dirty="0"/>
              <a:t>Bootstrap sample N</a:t>
            </a:r>
          </a:p>
        </p:txBody>
      </p:sp>
      <p:cxnSp>
        <p:nvCxnSpPr>
          <p:cNvPr id="94" name="Straight Arrow Connector 93">
            <a:extLst>
              <a:ext uri="{FF2B5EF4-FFF2-40B4-BE49-F238E27FC236}">
                <a16:creationId xmlns:a16="http://schemas.microsoft.com/office/drawing/2014/main" id="{0ABA18DD-CE44-85AA-527D-2FBC768488A5}"/>
              </a:ext>
            </a:extLst>
          </p:cNvPr>
          <p:cNvCxnSpPr>
            <a:cxnSpLocks/>
            <a:stCxn id="88" idx="0"/>
            <a:endCxn id="67" idx="2"/>
          </p:cNvCxnSpPr>
          <p:nvPr/>
        </p:nvCxnSpPr>
        <p:spPr>
          <a:xfrm flipV="1">
            <a:off x="4436039" y="1014150"/>
            <a:ext cx="0" cy="34468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901915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460</TotalTime>
  <Words>133</Words>
  <Application>Microsoft Office PowerPoint</Application>
  <PresentationFormat>Custom</PresentationFormat>
  <Paragraphs>46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Rebecca Fisher</dc:creator>
  <cp:lastModifiedBy>Rebecca Fisher</cp:lastModifiedBy>
  <cp:revision>10</cp:revision>
  <dcterms:created xsi:type="dcterms:W3CDTF">2025-05-28T08:02:15Z</dcterms:created>
  <dcterms:modified xsi:type="dcterms:W3CDTF">2025-05-29T07:36:10Z</dcterms:modified>
</cp:coreProperties>
</file>